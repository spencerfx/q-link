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"/>
          </a:xfrm>
          <a:prstGeom prst="rect">
            <a:avLst/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FA8DC"/>
                </a:solidFill>
                <a:latin typeface="Consolas"/>
              </a:rPr>
              <a:t>Q-LINK · KDB+/Q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 New Module Is Six JSON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E7EDF2"/>
                </a:solidFill>
                <a:latin typeface="Calibri"/>
              </a:rPr>
              <a:t>The Architecture of openQ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FA8DC"/>
                </a:solidFill>
                <a:latin typeface="Consolas"/>
              </a:rPr>
              <a:t>.prime.allocate  ·  .oq.idb.pivotAndHarvest  ·  .util.gw.checkResults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A72"/>
                </a:solidFill>
                <a:latin typeface="Calibri"/>
              </a:rPr>
              <a:t>A domain-generic kdb+ tick-database core — six schema-agnostic roles, config-driven module plug-in, zero business logic in core/.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Four things worth being deliberate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202A30"/>
                </a:solidFill>
                <a:latin typeface="Calibri"/>
              </a:rPr>
              <a:t>›  The core is schema-agnostic and business-logic-free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>
                <a:solidFill>
                  <a:srgbClr val="5A6A72"/>
                </a:solidFill>
                <a:latin typeface="Calibri"/>
              </a:rPr>
              <a:t>     tp/rdb/idb/hdb don't know what a “spread” or a “locate” is — a module is a schema file + one script the core loads by name.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202A30"/>
                </a:solidFill>
                <a:latin typeface="Calibri"/>
              </a:rPr>
              <a:t>›  Redundancy is two processes and an honest question, not magic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>
                <a:solidFill>
                  <a:srgbClr val="5A6A72"/>
                </a:solidFill>
                <a:latin typeface="Calibri"/>
              </a:rPr>
              <a:t>     An RDB is an active/standby pair sharing one config — it works because nothing ever trusts a cached belief about which half is active.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202A30"/>
                </a:solidFill>
                <a:latin typeface="Calibri"/>
              </a:rPr>
              <a:t>›  Every durable write is staged, then atomically made real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>
                <a:solidFill>
                  <a:srgbClr val="5A6A72"/>
                </a:solidFill>
                <a:latin typeface="Calibri"/>
              </a:rPr>
              <a:t>     EOD promotion and intraday idb checkpoints both stage-then-rename table-by-table — a design that exists because the naive version broke, for real.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202A30"/>
                </a:solidFill>
                <a:latin typeface="Calibri"/>
              </a:rPr>
              <a:t>›  A query goes to however many backends it needs to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>
                <a:solidFill>
                  <a:srgbClr val="5A6A72"/>
                </a:solidFill>
                <a:latin typeface="Calibri"/>
              </a:rPr>
              <a:t>     The gateway is a generic async scatter-gather engine — route, fan out in parallel, join once every target has replied — zero domain-specific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six steady-state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FA8DC"/>
                </a:solidFill>
                <a:latin typeface="Consolas"/>
              </a:rPr>
              <a:t>tp.q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7EDF2"/>
                </a:solidFill>
                <a:latin typeface="Calibri"/>
              </a:rPr>
              <a:t>Tickerplant — ingestion, log, fan-out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cep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385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FA8DC"/>
                </a:solidFill>
                <a:latin typeface="Consolas"/>
              </a:rPr>
              <a:t>cep.q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7EDF2"/>
                </a:solidFill>
                <a:latin typeface="Calibri"/>
              </a:rPr>
              <a:t>Complex-event processor — dispatch, chainable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716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rdb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FA8DC"/>
                </a:solidFill>
                <a:latin typeface="Consolas"/>
              </a:rPr>
              <a:t>rdb.q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402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7EDF2"/>
                </a:solidFill>
                <a:latin typeface="Calibri"/>
              </a:rPr>
              <a:t>Today's data — active/standby pair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71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idb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FA8DC"/>
                </a:solidFill>
                <a:latin typeface="Consolas"/>
              </a:rPr>
              <a:t>idb.q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7EDF2"/>
                </a:solidFill>
                <a:latin typeface="Calibri"/>
              </a:rPr>
              <a:t>Intraday durability — pulls, never subscribes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971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108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hdb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FA8DC"/>
                </a:solidFill>
                <a:latin typeface="Consolas"/>
              </a:rPr>
              <a:t>hdb.q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8404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7EDF2"/>
                </a:solidFill>
                <a:latin typeface="Calibri"/>
              </a:rPr>
              <a:t>Prior days, on disk, auto-reloaded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971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108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gw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FA8DC"/>
                </a:solidFill>
                <a:latin typeface="Consolas"/>
              </a:rPr>
              <a:t>gw.q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8404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7EDF2"/>
                </a:solidFill>
                <a:latin typeface="Calibri"/>
              </a:rPr>
              <a:t>Query gateway — routes + joins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6A72"/>
                </a:solidFill>
                <a:latin typeface="Calibri"/>
              </a:rPr>
              <a:t>Three more roles (fh, eod, housekeeping) round out all nine -procType values — see the article.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fh → tp → cep → rdb pair → idb → hdb</a:t>
            </a:r>
          </a:p>
        </p:txBody>
      </p:sp>
      <p:pic>
        <p:nvPicPr>
          <p:cNvPr id="6" name="Picture 5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1356"/>
            <a:ext cx="11430000" cy="34867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A72"/>
                </a:solidFill>
                <a:latin typeface="Calibri"/>
              </a:rPr>
              <a:t>tp/rdb/idb/hdb never choose a schema — they load whatever they're told to (-schema). Nothing under core/ contains an if module=`primeFinance.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BOOTSTRAP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One bootstrap script, one dispatch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02A30"/>
                </a:solidFill>
                <a:latin typeface="Calibri"/>
              </a:rPr>
              <a:t>›  core/init.q loads shared utils once, then dispatches by -procType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5A6A72"/>
                </a:solidFill>
                <a:latin typeface="Calibri"/>
              </a:rPr>
              <a:t>     Only ever needs to know WHICH files a role needs, never HOW it starts.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02A30"/>
                </a:solidFill>
                <a:latin typeface="Calibri"/>
              </a:rPr>
              <a:t>›  Each role owns its own startup sequence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5A6A72"/>
                </a:solidFill>
                <a:latin typeface="Calibri"/>
              </a:rPr>
              <a:t>     tp.q's .oq.tp.init, rdb.q's .oq.rdb.init — never duplicated elsewhere.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02A30"/>
                </a:solidFill>
                <a:latin typeface="Calibri"/>
              </a:rPr>
              <a:t>›  core/initFromCfg.q reads JSON instead of CLI flags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5A6A72"/>
                </a:solidFill>
                <a:latin typeface="Calibri"/>
              </a:rPr>
              <a:t>     Calls the exact same .oq.rdb.init[] — the dispatch is written once.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02A30"/>
                </a:solidFill>
                <a:latin typeface="Calibri"/>
              </a:rPr>
              <a:t>›  A CLI flag always wins over the same JSON key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>
                <a:solidFill>
                  <a:srgbClr val="5A6A72"/>
                </a:solidFill>
                <a:latin typeface="Calibri"/>
              </a:rPr>
              <a:t>     .oq.cfg.merge only fills gaps the command line left open.</a:t>
            </a:r>
          </a:p>
        </p:txBody>
      </p:sp>
      <p:pic>
        <p:nvPicPr>
          <p:cNvPr id="7" name="Picture 6" descr="code-init-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83406"/>
            <a:ext cx="5760720" cy="37141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MODULE PLUG-IN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module is six JSON files</a:t>
            </a:r>
          </a:p>
        </p:txBody>
      </p:sp>
      <p:pic>
        <p:nvPicPr>
          <p:cNvPr id="6" name="Picture 5" descr="module-plu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36" y="1325880"/>
            <a:ext cx="8773847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primeFinance's six configs (tp/cep/rdb/idb/hdb/eod) reference core files by name and add exactly two module-specific pointers — a schema, a -cepscript. Zero lines under core/ 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REDUNDANCY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processes pretending to be one</a:t>
            </a:r>
          </a:p>
        </p:txBody>
      </p:sp>
      <p:pic>
        <p:nvPicPr>
          <p:cNvPr id="6" name="Picture 5" descr="active-stand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6631"/>
            <a:ext cx="7315200" cy="30047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463040"/>
            <a:ext cx="3931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02A30"/>
                </a:solidFill>
                <a:latin typeface="Calibri"/>
              </a:rPr>
              <a:t>›  Never cached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00">
                <a:solidFill>
                  <a:srgbClr val="5A6A72"/>
                </a:solidFill>
                <a:latin typeface="Calibri"/>
              </a:rPr>
              <a:t>     idb asks .oq.rdb.active on both halves, fresh, every cycle — not a locally-cached label.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02A30"/>
                </a:solidFill>
                <a:latin typeface="Calibri"/>
              </a:rPr>
              <a:t>›  Promote before demote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00">
                <a:solidFill>
                  <a:srgbClr val="5A6A72"/>
                </a:solidFill>
                <a:latin typeface="Calibri"/>
              </a:rPr>
              <a:t>     Never a gap where neither half is subscribed. Tradeoff: a brief overlap can duplicate, never lose, a tick.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02A30"/>
                </a:solidFill>
                <a:latin typeface="Calibri"/>
              </a:rPr>
              <a:t>›  Two real bugs, left as comments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00">
                <a:solidFill>
                  <a:srgbClr val="5A6A72"/>
                </a:solidFill>
                <a:latin typeface="Calibri"/>
              </a:rPr>
              <a:t>     .u.pub's per-handle protected send; .u.unsub called synchronously before hclose.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DURABILITY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idb doesn't subscribe to anything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721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02A30"/>
                </a:solidFill>
                <a:latin typeface="Calibri"/>
              </a:rPr>
              <a:t>Ask both rdbs which is ACTUALLY active (never cached)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2996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02A30"/>
                </a:solidFill>
                <a:latin typeface="Calibri"/>
              </a:rPr>
              <a:t>Activate the standby — starts receiving live ticks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511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9689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02A30"/>
                </a:solidFill>
                <a:latin typeface="Calibri"/>
              </a:rPr>
              <a:t>Standby the old active — its tables are now frozen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18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72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6382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02A30"/>
                </a:solidFill>
                <a:latin typeface="Calibri"/>
              </a:rPr>
              <a:t>Pull the frozen snapshot, write it as the next segment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39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3075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02A30"/>
                </a:solidFill>
                <a:latin typeface="Calibri"/>
              </a:rPr>
              <a:t>Tell that rdb to flush its memory — it's durable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A6A72"/>
                </a:solidFill>
                <a:latin typeface="Calibri"/>
              </a:rPr>
              <a:t>Modeled on a real kdb+tick TmpHDBWriter — idb buffers nothing of its own.</a:t>
            </a:r>
          </a:p>
        </p:txBody>
      </p:sp>
      <p:pic>
        <p:nvPicPr>
          <p:cNvPr id="22" name="Picture 21" descr="10_save-pub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49171"/>
            <a:ext cx="5394960" cy="40911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QUERY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One query, many backends, one reply</a:t>
            </a:r>
          </a:p>
        </p:txBody>
      </p:sp>
      <p:pic>
        <p:nvPicPr>
          <p:cNvPr id="6" name="Picture 5" descr="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9289"/>
            <a:ext cx="7589520" cy="32794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55448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202A30"/>
                </a:solidFill>
                <a:latin typeface="Calibri"/>
              </a:rPr>
              <a:t>›  Routing is one boolean expression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150">
                <a:solidFill>
                  <a:srgbClr val="5A6A72"/>
                </a:solidFill>
                <a:latin typeface="Calibri"/>
              </a:rPr>
              <a:t>     eTime&gt;=today needs rdb; sTime&lt;today needs hdb. Both, if the range spans midnight.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202A30"/>
                </a:solidFill>
                <a:latin typeface="Calibri"/>
              </a:rPr>
              <a:t>›  Fan-out is domain-blind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150">
                <a:solidFill>
                  <a:srgbClr val="5A6A72"/>
                </a:solidFill>
                <a:latin typeface="Calibri"/>
              </a:rPr>
              <a:t>     core/utils/gateway.q knows nothing about FX, spreads, or locates.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202A30"/>
                </a:solidFill>
                <a:latin typeface="Calibri"/>
              </a:rPr>
              <a:t>›  One reply, once everyone's answered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150">
                <a:solidFill>
                  <a:srgbClr val="5A6A72"/>
                </a:solidFill>
                <a:latin typeface="Calibri"/>
              </a:rPr>
              <a:t>     all exec result from slots — then join and reply exactly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FA8DC"/>
                </a:solidFill>
                <a:latin typeface="Consolas"/>
              </a:rPr>
              <a:t>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CEPs chain, and they remember what they missed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02A30"/>
                </a:solidFill>
                <a:latin typeface="Calibri"/>
              </a:rPr>
              <a:t>›  A CEP's output is just another .u.sub source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5A6A72"/>
                </a:solidFill>
                <a:latin typeface="Calibri"/>
              </a:rPr>
              <a:t>     Same replay-on-first-connect a tickerplant gives an RDB.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02A30"/>
                </a:solidFill>
                <a:latin typeface="Calibri"/>
              </a:rPr>
              <a:t>›  report has no tp/rdb/idb/hdb of its own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5A6A72"/>
                </a:solidFill>
                <a:latin typeface="Calibri"/>
              </a:rPr>
              <a:t>     Its cep.json is the only config file the module has.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02A30"/>
                </a:solidFill>
                <a:latin typeface="Calibri"/>
              </a:rPr>
              <a:t>›  Combines three modules' pure functions, unmodified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5A6A72"/>
                </a:solidFill>
                <a:latin typeface="Calibri"/>
              </a:rPr>
              <a:t>     spread.wavgBy, markout.calc, prime.positionCoverage — reused as-is.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02A30"/>
                </a:solidFill>
                <a:latin typeface="Calibri"/>
              </a:rPr>
              <a:t>›  Two integration styles, side by side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50">
                <a:solidFill>
                  <a:srgbClr val="5A6A72"/>
                </a:solidFill>
                <a:latin typeface="Calibri"/>
              </a:rPr>
              <a:t>     Subscribes to primeFinance's CEP directly; pulls spread/markout over plain IPC.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5029200" cy="3291840"/>
          </a:xfrm>
          <a:prstGeom prst="roundRect">
            <a:avLst>
              <a:gd name="adj" fmla="val 6000"/>
            </a:avLst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FA8DC"/>
                </a:solidFill>
                <a:latin typeface="Consolas"/>
              </a:rPr>
              <a:t>Bringing report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19456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>
                <a:solidFill>
                  <a:srgbClr val="E7EDF2"/>
                </a:solidFill>
                <a:latin typeface="Consolas"/>
              </a:rPr>
              <a:t>./scripts/startupAllByModule.sh spread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7EDF2"/>
                </a:solidFill>
                <a:latin typeface="Consolas"/>
              </a:rPr>
              <a:t>./scripts/startupAllByModule.sh markout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7EDF2"/>
                </a:solidFill>
                <a:latin typeface="Consolas"/>
              </a:rPr>
              <a:t>./scripts/startupAllByModule.sh primeFinance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7EDF2"/>
                </a:solidFill>
                <a:latin typeface="Consolas"/>
              </a:rPr>
              <a:t>./scripts/startupAllByModule.sh report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7EDF2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7EDF2"/>
                </a:solidFill>
                <a:latin typeface="Consolas"/>
              </a:rPr>
              <a:t>q)h:hopen `:localhost:5080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E7EDF2"/>
                </a:solidFill>
                <a:latin typeface="Consolas"/>
              </a:rPr>
              <a:t>q)h "select from .report.latest"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FA8DC"/>
                </a:solidFill>
                <a:latin typeface="Calibri"/>
              </a:rPr>
              <a:t>What the code itself says it doesn't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E7EDF2"/>
                </a:solidFill>
              </a:rPr>
              <a:t>—  No automatic failover — .oq.rdb.activate/standby are plain IPC calls; idb's timer drives them on a fixed schedule, not a detected failure.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E7EDF2"/>
                </a:solidFill>
              </a:rPr>
              <a:t>—  The promote-before-demote window can duplicate, never lose, a handful of ticks — documented and accepted, not silently absorbed.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E7EDF2"/>
                </a:solidFill>
              </a:rPr>
              <a:t>—  housekeeping.q is illustrative, not an exhaustive health-check suite — its own header says so directly.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E7EDF2"/>
                </a:solidFill>
              </a:rPr>
              <a:t>—  Log replay assumes a co-located or shared filesystem — no remote-log replay proxy is built.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E7EDF2"/>
                </a:solidFill>
              </a:rPr>
              <a:t>—  This deck and its source article are static-only — no process was started, stopped, or queried to build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q-link · openQ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A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Core discipline is the whole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DF2"/>
                </a:solidFill>
                <a:latin typeface="Calibri"/>
              </a:rPr>
              <a:t>None of the individual mechanisms are exotic — a staged-then-renamed write, an active/standby pair, a scatter-gather query engine are all well-worn kdb+tick patterns. What holds them together is narrower: core/ genuinely doesn't know what any module is for. A schema file and, optionally, one -cepscript pointer are the entire surface a module gets to touch — and primeFinance's own six JSON configs are the proof that discipline is real, not aspirational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FA8DC"/>
                </a:solidFill>
                <a:latin typeface="Consolas"/>
              </a:rPr>
              <a:t>Full article, code excerpts, and diagrams: articles/openQ/openQ.md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